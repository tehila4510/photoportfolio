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9" r:id="rId2"/>
    <p:sldId id="258" r:id="rId3"/>
    <p:sldId id="257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16AA91-5B5C-4E8E-ACB3-559304D32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A087A3C-AABC-409A-9F45-AA35428CF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2EEC66F-AF3C-46FA-A71A-F3D00332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441E916-99FF-4FAE-8258-909A5E59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2EF540F-1770-43A4-A098-1EF2B272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28233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B29AF6E-085D-45DF-901D-0F9F5926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5067E2-84A8-49A1-9F89-402A95E19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E11964D-3903-407D-9CF3-4DEBC571D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029EBE7-E5F8-4A2F-AB44-186EDD14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12725C7-D385-4F19-BC08-58C31A80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5629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F25AD7-D522-4054-B7D0-8C4E5CB0D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DD92F01-8B9E-4DEC-B28A-DB205D96A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6FA46A6-CB4B-4A45-A82F-82FEA042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B034C63-0863-44FC-80E8-55A945CD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8AF2EC2-C706-4E31-8804-3DEBDF63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17420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325FFC-9DE1-450E-952D-6AD0B53D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EC11780-5BF4-49E1-AD0D-14BB21276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0E8A2CF-85BD-4C65-9F84-3082B4E53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F7F6AD7-4C02-476D-A4B5-38DE38C8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E16C3E4-4045-446C-8E95-7E57CAE5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6A527A2-EAE8-4C37-AF3E-197FDAB6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680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618E50-047A-4A6B-B261-58638497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E11B5CE-44C3-4E78-AF58-6CD261F4C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47432D2-348E-4D38-A52B-1CECB8C59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6C43989-5CB1-439A-81D6-97909E064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028D5D0-CB85-4EDF-97CD-07C962A3DD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2DA7A89-C110-48F8-89E8-9A45B07A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226B642-BEA5-4020-82C8-9205256C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FEC972C-1249-4E45-BD64-D8D8F8E5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1605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5AA414-F9B8-4CDF-B612-3ADE0EE5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797DCB0-6DC0-4B82-9D3F-0D5AA9B04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3C7D882-18FC-49C7-8388-DA9FFA27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A9AE1D2-3BC4-49C7-911D-3CF67EBA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9227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9B6AF84-3FCC-44F0-88F6-0781A93A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5D86B11-172C-4954-9680-0C8DD15B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1D42060-C671-41E8-8357-0062221C0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48689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A358899-BDE2-47FC-8A2E-A56167D0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4EE3AFE-A493-4AFD-817D-BAD348170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569E277-B878-4ED6-87D6-2802146E9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B2155CF-8D69-43C4-A504-5776D268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1CA5DF0-3F36-4700-9FEF-A30AF326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61A3D7D-0928-4198-B01E-DBAF4379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3405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3BFC1B7-CB6F-4951-8092-AFD8A79A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A546417-CA57-4EBA-A4E7-394B8C8D3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167A91D-8F36-4AEF-979A-6E99DD2D2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7BF51D6-05FE-495E-B6C5-0FE280F6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0354E3F-45D5-4558-A244-1218BE41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B6D8C32-AE4D-4C0C-B96A-98E6BBC4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1592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3DDB28-3952-4A32-9DAC-0945B869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9E2971F-013E-44A7-B7A8-C6282420C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DACBB95-A3DB-4D05-B5F9-74605B9F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8B8A769-875A-40FA-BDC1-01014CC3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77FB1D5-E1C8-49B5-9431-F914E900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9434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7BC97494-F704-4A17-A0A5-E6F1883DA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691C433-51F8-4BFF-9266-6F8BF6A10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6F0E56F-4554-4E62-BE38-5871E6BC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3846F6-55B1-461F-BDF3-562342E6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47A81CA-06C0-46B6-91F5-189DCDAE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5436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C863878-DE3A-485E-8D6A-5DA03CA6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A43A65A-81C2-47C9-9C48-B3204097B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283B197-DF63-47AE-B76F-2355EFEE8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929B2-D12E-4CEE-BA55-AECB9265FC03}" type="datetimeFigureOut">
              <a:rPr lang="he-IL" smtClean="0"/>
              <a:t>כ"ד/כסלו/תשפ"ה</a:t>
            </a:fld>
            <a:endParaRPr lang="he-IL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54314AE-AAD5-45E3-B555-03A41743A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A5DC424-00DF-4CD6-BC53-9E17F004D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11E5C-F4F7-4008-AD91-67FFA853DFE0}" type="slidenum">
              <a:rPr lang="he-IL" smtClean="0"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1419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28AB8F91-7C96-4D28-A6B0-52A695AEC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045" y="682755"/>
            <a:ext cx="6623291" cy="6175245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9024C33-9E57-485A-9E86-214E75BD403F}"/>
              </a:ext>
            </a:extLst>
          </p:cNvPr>
          <p:cNvSpPr txBox="1"/>
          <p:nvPr/>
        </p:nvSpPr>
        <p:spPr>
          <a:xfrm>
            <a:off x="2528044" y="0"/>
            <a:ext cx="6623291" cy="923330"/>
          </a:xfrm>
          <a:prstGeom prst="rect">
            <a:avLst/>
          </a:prstGeom>
          <a:solidFill>
            <a:srgbClr val="C00000">
              <a:alpha val="11000"/>
            </a:srgbClr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oken Kiss" panose="02000000000000000000" pitchFamily="2" charset="0"/>
                <a:cs typeface="Amatica SC" panose="00000500000000000000" pitchFamily="2" charset="-79"/>
              </a:rPr>
              <a:t>Child Gallery</a:t>
            </a:r>
            <a:endParaRPr lang="he-IL" sz="5400" b="1" dirty="0">
              <a:solidFill>
                <a:schemeClr val="tx1">
                  <a:lumMod val="75000"/>
                  <a:lumOff val="25000"/>
                </a:schemeClr>
              </a:solidFill>
              <a:latin typeface="Broken Kiss" panose="02000000000000000000" pitchFamily="2" charset="0"/>
              <a:cs typeface="Amatica SC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7458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B7D105B6-0D13-1910-7F12-187851041602}"/>
              </a:ext>
            </a:extLst>
          </p:cNvPr>
          <p:cNvGrpSpPr/>
          <p:nvPr/>
        </p:nvGrpSpPr>
        <p:grpSpPr>
          <a:xfrm>
            <a:off x="6096000" y="54673"/>
            <a:ext cx="4572000" cy="6748653"/>
            <a:chOff x="3809998" y="109347"/>
            <a:chExt cx="4572000" cy="6748653"/>
          </a:xfrm>
        </p:grpSpPr>
        <p:pic>
          <p:nvPicPr>
            <p:cNvPr id="2" name="תמונה 1">
              <a:extLst>
                <a:ext uri="{FF2B5EF4-FFF2-40B4-BE49-F238E27FC236}">
                  <a16:creationId xmlns:a16="http://schemas.microsoft.com/office/drawing/2014/main" id="{F8633A5F-C2FA-4113-8816-29C68EFEBB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484" r="15486"/>
            <a:stretch/>
          </p:blipFill>
          <p:spPr>
            <a:xfrm>
              <a:off x="3809998" y="780039"/>
              <a:ext cx="4572000" cy="6077961"/>
            </a:xfrm>
            <a:prstGeom prst="rect">
              <a:avLst/>
            </a:prstGeom>
          </p:spPr>
        </p:pic>
        <p:sp>
          <p:nvSpPr>
            <p:cNvPr id="3" name="תיבת טקסט 2">
              <a:extLst>
                <a:ext uri="{FF2B5EF4-FFF2-40B4-BE49-F238E27FC236}">
                  <a16:creationId xmlns:a16="http://schemas.microsoft.com/office/drawing/2014/main" id="{DAE07E66-9426-475E-A9B4-284CE5768940}"/>
                </a:ext>
              </a:extLst>
            </p:cNvPr>
            <p:cNvSpPr txBox="1"/>
            <p:nvPr/>
          </p:nvSpPr>
          <p:spPr>
            <a:xfrm>
              <a:off x="3809998" y="109347"/>
              <a:ext cx="4572000" cy="923330"/>
            </a:xfrm>
            <a:prstGeom prst="rect">
              <a:avLst/>
            </a:prstGeom>
            <a:solidFill>
              <a:srgbClr val="C00000">
                <a:alpha val="11000"/>
              </a:srgbClr>
            </a:solidFill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algn="ctr">
                <a:defRPr sz="5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roken Kiss" panose="02000000000000000000" pitchFamily="2" charset="0"/>
                  <a:cs typeface="Amatica SC" panose="00000500000000000000" pitchFamily="2" charset="-79"/>
                </a:defRPr>
              </a:lvl1pPr>
            </a:lstStyle>
            <a:p>
              <a:r>
                <a:rPr lang="en-US" dirty="0"/>
                <a:t>New-Born Gallery</a:t>
              </a:r>
              <a:endParaRPr lang="he-IL" dirty="0"/>
            </a:p>
          </p:txBody>
        </p:sp>
      </p:grpSp>
      <p:grpSp>
        <p:nvGrpSpPr>
          <p:cNvPr id="5" name="קבוצה 4">
            <a:extLst>
              <a:ext uri="{FF2B5EF4-FFF2-40B4-BE49-F238E27FC236}">
                <a16:creationId xmlns:a16="http://schemas.microsoft.com/office/drawing/2014/main" id="{51C164AF-D9AD-008F-B2E4-2FD0CA71F8A6}"/>
              </a:ext>
            </a:extLst>
          </p:cNvPr>
          <p:cNvGrpSpPr/>
          <p:nvPr/>
        </p:nvGrpSpPr>
        <p:grpSpPr>
          <a:xfrm>
            <a:off x="0" y="54673"/>
            <a:ext cx="4572003" cy="6747164"/>
            <a:chOff x="7129976" y="110836"/>
            <a:chExt cx="4572003" cy="6747164"/>
          </a:xfrm>
        </p:grpSpPr>
        <p:pic>
          <p:nvPicPr>
            <p:cNvPr id="6" name="תמונה 5">
              <a:extLst>
                <a:ext uri="{FF2B5EF4-FFF2-40B4-BE49-F238E27FC236}">
                  <a16:creationId xmlns:a16="http://schemas.microsoft.com/office/drawing/2014/main" id="{2780CDC2-85CA-8CA1-037C-A241F74550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10"/>
            <a:stretch/>
          </p:blipFill>
          <p:spPr>
            <a:xfrm>
              <a:off x="7129979" y="302455"/>
              <a:ext cx="4572000" cy="6555545"/>
            </a:xfrm>
            <a:prstGeom prst="rect">
              <a:avLst/>
            </a:prstGeom>
          </p:spPr>
        </p:pic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9D10AE47-C292-0E81-A727-DA9C674BA4F0}"/>
                </a:ext>
              </a:extLst>
            </p:cNvPr>
            <p:cNvSpPr txBox="1"/>
            <p:nvPr/>
          </p:nvSpPr>
          <p:spPr>
            <a:xfrm>
              <a:off x="7129976" y="110836"/>
              <a:ext cx="4572001" cy="923330"/>
            </a:xfrm>
            <a:prstGeom prst="rect">
              <a:avLst/>
            </a:prstGeom>
            <a:solidFill>
              <a:schemeClr val="tx1">
                <a:alpha val="45000"/>
              </a:schemeClr>
            </a:solidFill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algn="ctr">
                <a:defRPr sz="5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roken Kiss" panose="02000000000000000000" pitchFamily="2" charset="0"/>
                  <a:cs typeface="Amatica SC" panose="00000500000000000000" pitchFamily="2" charset="-79"/>
                </a:defRPr>
              </a:lvl1pPr>
            </a:lstStyle>
            <a:p>
              <a:r>
                <a:rPr lang="en-US" dirty="0">
                  <a:solidFill>
                    <a:schemeClr val="bg1"/>
                  </a:solidFill>
                </a:rPr>
                <a:t>Children</a:t>
              </a:r>
              <a:endParaRPr lang="he-IL" dirty="0">
                <a:solidFill>
                  <a:schemeClr val="bg1"/>
                </a:solidFill>
              </a:endParaRPr>
            </a:p>
          </p:txBody>
        </p:sp>
      </p:grpSp>
      <p:pic>
        <p:nvPicPr>
          <p:cNvPr id="8" name="תמונה 7">
            <a:extLst>
              <a:ext uri="{FF2B5EF4-FFF2-40B4-BE49-F238E27FC236}">
                <a16:creationId xmlns:a16="http://schemas.microsoft.com/office/drawing/2014/main" id="{68FDBD30-7250-1CC7-CA69-0CC6AEBD73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0"/>
          <a:stretch/>
        </p:blipFill>
        <p:spPr>
          <a:xfrm>
            <a:off x="332512" y="246292"/>
            <a:ext cx="4572000" cy="655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76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A1825192-3D04-78B4-84D0-5AEFFFFF2E8A}"/>
              </a:ext>
            </a:extLst>
          </p:cNvPr>
          <p:cNvGrpSpPr/>
          <p:nvPr/>
        </p:nvGrpSpPr>
        <p:grpSpPr>
          <a:xfrm>
            <a:off x="490021" y="93518"/>
            <a:ext cx="4572002" cy="6747164"/>
            <a:chOff x="6487547" y="110836"/>
            <a:chExt cx="4572002" cy="6747164"/>
          </a:xfrm>
        </p:grpSpPr>
        <p:pic>
          <p:nvPicPr>
            <p:cNvPr id="2" name="תמונה 1">
              <a:extLst>
                <a:ext uri="{FF2B5EF4-FFF2-40B4-BE49-F238E27FC236}">
                  <a16:creationId xmlns:a16="http://schemas.microsoft.com/office/drawing/2014/main" id="{A25ED5EF-C45D-4B83-8627-C9B8F9C85E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0" r="15611"/>
            <a:stretch/>
          </p:blipFill>
          <p:spPr>
            <a:xfrm>
              <a:off x="6487549" y="742688"/>
              <a:ext cx="4572000" cy="6115312"/>
            </a:xfrm>
            <a:prstGeom prst="rect">
              <a:avLst/>
            </a:prstGeom>
          </p:spPr>
        </p:pic>
        <p:sp>
          <p:nvSpPr>
            <p:cNvPr id="3" name="תיבת טקסט 2">
              <a:extLst>
                <a:ext uri="{FF2B5EF4-FFF2-40B4-BE49-F238E27FC236}">
                  <a16:creationId xmlns:a16="http://schemas.microsoft.com/office/drawing/2014/main" id="{7846F006-1332-48E4-8026-289D9A35E25B}"/>
                </a:ext>
              </a:extLst>
            </p:cNvPr>
            <p:cNvSpPr txBox="1"/>
            <p:nvPr/>
          </p:nvSpPr>
          <p:spPr>
            <a:xfrm>
              <a:off x="6487547" y="110836"/>
              <a:ext cx="4572002" cy="923330"/>
            </a:xfrm>
            <a:prstGeom prst="rect">
              <a:avLst/>
            </a:prstGeom>
            <a:solidFill>
              <a:srgbClr val="00B0F0">
                <a:alpha val="11000"/>
              </a:srgbClr>
            </a:solidFill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algn="ctr">
                <a:defRPr sz="5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roken Kiss" panose="02000000000000000000" pitchFamily="2" charset="0"/>
                  <a:cs typeface="Amatica SC" panose="00000500000000000000" pitchFamily="2" charset="-79"/>
                </a:defRPr>
              </a:lvl1pPr>
            </a:lstStyle>
            <a:p>
              <a:r>
                <a:rPr lang="en-US" dirty="0"/>
                <a:t>Smash Cake Gallery</a:t>
              </a:r>
              <a:endParaRPr lang="he-IL" dirty="0"/>
            </a:p>
          </p:txBody>
        </p:sp>
      </p:grp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E870BC20-51B3-7DFE-A8BA-1DBDF42B93A9}"/>
              </a:ext>
            </a:extLst>
          </p:cNvPr>
          <p:cNvSpPr txBox="1"/>
          <p:nvPr/>
        </p:nvSpPr>
        <p:spPr>
          <a:xfrm>
            <a:off x="490019" y="170462"/>
            <a:ext cx="4572001" cy="769441"/>
          </a:xfrm>
          <a:prstGeom prst="rect">
            <a:avLst/>
          </a:prstGeom>
          <a:solidFill>
            <a:schemeClr val="bg1">
              <a:alpha val="13000"/>
            </a:schemeClr>
          </a:solidFill>
        </p:spPr>
        <p:txBody>
          <a:bodyPr wrap="square" rtlCol="1">
            <a:spAutoFit/>
          </a:bodyPr>
          <a:lstStyle>
            <a:defPPr>
              <a:defRPr lang="he-IL"/>
            </a:defPPr>
            <a:lvl1pPr algn="ctr">
              <a:defRPr sz="5400" b="1">
                <a:solidFill>
                  <a:schemeClr val="tx1">
                    <a:lumMod val="75000"/>
                    <a:lumOff val="25000"/>
                  </a:schemeClr>
                </a:solidFill>
                <a:latin typeface="Broken Kiss" panose="02000000000000000000" pitchFamily="2" charset="0"/>
                <a:cs typeface="Amatica SC" panose="00000500000000000000" pitchFamily="2" charset="-79"/>
              </a:defRPr>
            </a:lvl1pPr>
          </a:lstStyle>
          <a:p>
            <a:endParaRPr lang="he-IL" sz="4400" dirty="0"/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0AA25C57-BD27-0D39-707F-FEB7A8EE56EB}"/>
              </a:ext>
            </a:extLst>
          </p:cNvPr>
          <p:cNvGrpSpPr/>
          <p:nvPr/>
        </p:nvGrpSpPr>
        <p:grpSpPr>
          <a:xfrm>
            <a:off x="7129976" y="110836"/>
            <a:ext cx="4572003" cy="6747164"/>
            <a:chOff x="7129976" y="110836"/>
            <a:chExt cx="4572003" cy="6747164"/>
          </a:xfrm>
        </p:grpSpPr>
        <p:pic>
          <p:nvPicPr>
            <p:cNvPr id="5" name="תמונה 4">
              <a:extLst>
                <a:ext uri="{FF2B5EF4-FFF2-40B4-BE49-F238E27FC236}">
                  <a16:creationId xmlns:a16="http://schemas.microsoft.com/office/drawing/2014/main" id="{42DB2320-7D78-A001-21B6-DB488B0681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10"/>
            <a:stretch/>
          </p:blipFill>
          <p:spPr>
            <a:xfrm>
              <a:off x="7129979" y="302455"/>
              <a:ext cx="4572000" cy="6555545"/>
            </a:xfrm>
            <a:prstGeom prst="rect">
              <a:avLst/>
            </a:prstGeom>
          </p:spPr>
        </p:pic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EAD3C995-2C7B-791A-5CB1-F5378B86C972}"/>
                </a:ext>
              </a:extLst>
            </p:cNvPr>
            <p:cNvSpPr txBox="1"/>
            <p:nvPr/>
          </p:nvSpPr>
          <p:spPr>
            <a:xfrm>
              <a:off x="7129976" y="110836"/>
              <a:ext cx="4572001" cy="923330"/>
            </a:xfrm>
            <a:prstGeom prst="rect">
              <a:avLst/>
            </a:prstGeom>
            <a:solidFill>
              <a:schemeClr val="tx1">
                <a:alpha val="45000"/>
              </a:schemeClr>
            </a:solidFill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algn="ctr">
                <a:defRPr sz="5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Broken Kiss" panose="02000000000000000000" pitchFamily="2" charset="0"/>
                  <a:cs typeface="Amatica SC" panose="00000500000000000000" pitchFamily="2" charset="-79"/>
                </a:defRPr>
              </a:lvl1pPr>
            </a:lstStyle>
            <a:p>
              <a:r>
                <a:rPr lang="en-US" dirty="0">
                  <a:solidFill>
                    <a:schemeClr val="bg1"/>
                  </a:solidFill>
                </a:rPr>
                <a:t>Children</a:t>
              </a:r>
              <a:endParaRPr lang="he-IL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780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A583CA58-AB68-4F5B-B876-BBD862645C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546"/>
          <a:stretch/>
        </p:blipFill>
        <p:spPr>
          <a:xfrm>
            <a:off x="455812" y="374073"/>
            <a:ext cx="10972800" cy="3685307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2D96436C-740E-41AA-84BC-8DED7655A5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73"/>
          <a:stretch/>
        </p:blipFill>
        <p:spPr>
          <a:xfrm>
            <a:off x="597133" y="4059380"/>
            <a:ext cx="10972800" cy="153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0204C543-46B7-49A5-971C-A96109FAF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55" b="99627" l="2396" r="89617">
                        <a14:foregroundMark x1="40415" y1="81343" x2="42332" y2="94403"/>
                        <a14:foregroundMark x1="42332" y1="94403" x2="43450" y2="96642"/>
                        <a14:foregroundMark x1="39297" y1="85448" x2="38498" y2="99627"/>
                        <a14:foregroundMark x1="41853" y1="95522" x2="52077" y2="98507"/>
                        <a14:foregroundMark x1="42173" y1="36194" x2="38498" y2="41791"/>
                        <a14:foregroundMark x1="39457" y1="37313" x2="42013" y2="36567"/>
                        <a14:foregroundMark x1="40575" y1="36940" x2="36901" y2="35075"/>
                        <a14:foregroundMark x1="15016" y1="45896" x2="10383" y2="99254"/>
                        <a14:foregroundMark x1="10383" y1="99254" x2="10383" y2="99627"/>
                        <a14:foregroundMark x1="10703" y1="79851" x2="2396" y2="99254"/>
                        <a14:foregroundMark x1="2396" y1="99254" x2="2396" y2="99254"/>
                        <a14:foregroundMark x1="47604" y1="87313" x2="48562" y2="929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615841"/>
            <a:ext cx="9337964" cy="399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9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CF5A5990-07AF-CA04-69E8-684F244C2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294" y="553915"/>
            <a:ext cx="6475310" cy="1221479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C045E8A2-F8A6-4490-4A92-23A98CB045F9}"/>
              </a:ext>
            </a:extLst>
          </p:cNvPr>
          <p:cNvSpPr/>
          <p:nvPr/>
        </p:nvSpPr>
        <p:spPr>
          <a:xfrm>
            <a:off x="1078174" y="1775394"/>
            <a:ext cx="9812740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3600" b="0" cap="none" spc="0" dirty="0">
                <a:ln w="0"/>
                <a:solidFill>
                  <a:schemeClr val="tx1"/>
                </a:solidFill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אני תהילה מנהלת בית הספר פוקוס לצילום</a:t>
            </a:r>
          </a:p>
          <a:p>
            <a:pPr algn="ctr"/>
            <a:r>
              <a:rPr lang="he-IL" sz="3600" dirty="0">
                <a:ln w="0"/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אני רוצה שהעולם שלנו יראה יפה יותר</a:t>
            </a:r>
          </a:p>
          <a:p>
            <a:pPr algn="ctr"/>
            <a:r>
              <a:rPr lang="he-IL" sz="3600" b="0" cap="none" spc="0" dirty="0">
                <a:ln w="0"/>
                <a:solidFill>
                  <a:schemeClr val="tx1"/>
                </a:solidFill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תמונות של ילדים מתוקים יוסיפו ל</a:t>
            </a:r>
            <a:r>
              <a:rPr lang="he-IL" sz="3600" dirty="0">
                <a:ln w="0"/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כך הרבה, אתם לא חושבים?</a:t>
            </a:r>
          </a:p>
          <a:p>
            <a:pPr algn="ctr"/>
            <a:endParaRPr lang="he-IL" sz="3600" b="0" cap="none" spc="0" dirty="0">
              <a:ln w="0"/>
              <a:solidFill>
                <a:schemeClr val="tx1"/>
              </a:solidFill>
              <a:latin typeface="FtPilKahol" panose="02000500000000000000" pitchFamily="2" charset="-79"/>
              <a:ea typeface="FtPilKahol" panose="02000500000000000000" pitchFamily="2" charset="-79"/>
              <a:cs typeface="FtPilKahol" panose="02000500000000000000" pitchFamily="2" charset="-79"/>
            </a:endParaRPr>
          </a:p>
          <a:p>
            <a:pPr algn="ctr"/>
            <a:r>
              <a:rPr lang="he-IL" sz="3600" dirty="0">
                <a:ln w="0"/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אז הצטרפו אלי ולמשפחת פוקוס, לצוות המורים ועשרות התלמידים המרוצים</a:t>
            </a:r>
          </a:p>
          <a:p>
            <a:pPr algn="ctr"/>
            <a:r>
              <a:rPr lang="he-IL" sz="3600" b="0" cap="none" spc="0" dirty="0">
                <a:ln w="0"/>
                <a:solidFill>
                  <a:schemeClr val="tx1"/>
                </a:solidFill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הציצו </a:t>
            </a:r>
            <a:r>
              <a:rPr lang="he-IL" sz="3600" dirty="0">
                <a:ln w="0"/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לגלריות וגלו עולם חדש, מקצועי וקסום.</a:t>
            </a:r>
          </a:p>
          <a:p>
            <a:pPr algn="ctr"/>
            <a:r>
              <a:rPr lang="he-IL" sz="3600" dirty="0">
                <a:ln w="0"/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נפגש?</a:t>
            </a:r>
          </a:p>
          <a:p>
            <a:pPr algn="ctr"/>
            <a:r>
              <a:rPr lang="he-IL" sz="3600" dirty="0">
                <a:ln w="0"/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1372 621</a:t>
            </a:r>
          </a:p>
        </p:txBody>
      </p:sp>
    </p:spTree>
    <p:extLst>
      <p:ext uri="{BB962C8B-B14F-4D97-AF65-F5344CB8AC3E}">
        <p14:creationId xmlns:p14="http://schemas.microsoft.com/office/powerpoint/2010/main" val="882130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44A3A37B-6A21-5288-9978-501E9B7A666A}"/>
              </a:ext>
            </a:extLst>
          </p:cNvPr>
          <p:cNvGrpSpPr/>
          <p:nvPr/>
        </p:nvGrpSpPr>
        <p:grpSpPr>
          <a:xfrm>
            <a:off x="98474" y="151227"/>
            <a:ext cx="4572000" cy="6555545"/>
            <a:chOff x="3810000" y="0"/>
            <a:chExt cx="4572000" cy="6555545"/>
          </a:xfrm>
        </p:grpSpPr>
        <p:pic>
          <p:nvPicPr>
            <p:cNvPr id="3" name="תמונה 2">
              <a:extLst>
                <a:ext uri="{FF2B5EF4-FFF2-40B4-BE49-F238E27FC236}">
                  <a16:creationId xmlns:a16="http://schemas.microsoft.com/office/drawing/2014/main" id="{AFFB8744-2AEC-32BF-5F62-129F6DEB50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10"/>
            <a:stretch/>
          </p:blipFill>
          <p:spPr>
            <a:xfrm>
              <a:off x="3810000" y="0"/>
              <a:ext cx="4572000" cy="6555545"/>
            </a:xfrm>
            <a:prstGeom prst="rect">
              <a:avLst/>
            </a:prstGeom>
          </p:spPr>
        </p:pic>
        <p:sp>
          <p:nvSpPr>
            <p:cNvPr id="5" name="מלבן 4">
              <a:extLst>
                <a:ext uri="{FF2B5EF4-FFF2-40B4-BE49-F238E27FC236}">
                  <a16:creationId xmlns:a16="http://schemas.microsoft.com/office/drawing/2014/main" id="{1FF3AC7E-103C-52E2-DF4C-B085FF7BD02D}"/>
                </a:ext>
              </a:extLst>
            </p:cNvPr>
            <p:cNvSpPr/>
            <p:nvPr/>
          </p:nvSpPr>
          <p:spPr>
            <a:xfrm>
              <a:off x="3810000" y="5584874"/>
              <a:ext cx="4572000" cy="970671"/>
            </a:xfrm>
            <a:prstGeom prst="rect">
              <a:avLst/>
            </a:prstGeom>
            <a:solidFill>
              <a:schemeClr val="tx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4000" dirty="0" err="1">
                  <a:latin typeface="Amatica SC" panose="00000500000000000000" pitchFamily="2" charset="-79"/>
                  <a:cs typeface="Amatica SC" panose="00000500000000000000" pitchFamily="2" charset="-79"/>
                </a:rPr>
                <a:t>chilldren</a:t>
              </a:r>
              <a:endParaRPr lang="he-IL" sz="4000" dirty="0">
                <a:latin typeface="Amatica SC" panose="00000500000000000000" pitchFamily="2" charset="-79"/>
                <a:cs typeface="Amatica SC" panose="00000500000000000000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386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6F732EF6-AD80-97A0-89C4-EB57F71067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3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3A658657-ED07-3A41-FF9C-65AAE024F7FC}"/>
              </a:ext>
            </a:extLst>
          </p:cNvPr>
          <p:cNvSpPr/>
          <p:nvPr/>
        </p:nvSpPr>
        <p:spPr>
          <a:xfrm>
            <a:off x="5410200" y="590550"/>
            <a:ext cx="5905500" cy="553402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490570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2270</TotalTime>
  <Words>60</Words>
  <Application>Microsoft Office PowerPoint</Application>
  <PresentationFormat>מסך רחב</PresentationFormat>
  <Paragraphs>14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5" baseType="lpstr">
      <vt:lpstr>Amatica SC</vt:lpstr>
      <vt:lpstr>Arial</vt:lpstr>
      <vt:lpstr>Broken Kiss</vt:lpstr>
      <vt:lpstr>Calibri</vt:lpstr>
      <vt:lpstr>Calibri Light</vt:lpstr>
      <vt:lpstr>FtPilKahol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WIN 10</dc:creator>
  <cp:lastModifiedBy>win 10</cp:lastModifiedBy>
  <cp:revision>8</cp:revision>
  <dcterms:created xsi:type="dcterms:W3CDTF">2021-04-13T13:52:41Z</dcterms:created>
  <dcterms:modified xsi:type="dcterms:W3CDTF">2024-12-27T00:14:53Z</dcterms:modified>
</cp:coreProperties>
</file>