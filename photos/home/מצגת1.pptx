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47E"/>
    <a:srgbClr val="F87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77F62C-0F60-7C51-9A6F-9A17BE465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B3BD001-0A12-AFAD-5FA9-F05E33463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C284177-9B1C-C5D6-D1E4-5B508226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C79833-6CC1-6FA4-54A2-8FED3B28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E3B9B6-023C-7175-0EAD-4AFD47D1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818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25D577-3631-9037-B80F-D647973C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274078-4584-F95C-030B-1C4D2768B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52C5D76-F7E2-F178-2475-2D066394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DC68A83-5909-8E93-4DC2-F240B3D9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E09E88-105C-C1E3-D6BB-91A1B8F6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91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D1B20E-E998-854A-386D-9F0E3149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EEA9DD2-85EA-EDB7-A3E5-4652AB15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56486A-EEDE-7F55-A155-B5AB62BFB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9202308-03C5-D7B3-AAC2-5B6D5097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AA68B4-042D-CE32-7BE9-2E93F10B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08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65A7A6-E3E2-9289-473B-11822B62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729357-E8CE-0E07-9CBF-656E24405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C14CEC9-048C-655B-C88A-2CCB29C55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07A3C65-E9EF-A54A-AEB6-3EBE30D8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83FC99F-2221-7273-C09D-20B317B1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0D43ED3-AD13-73BE-8AC5-BC0CBC55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654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B445AE-CA87-C69E-5F3A-F4B46029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5F32054-8713-D2B8-2A45-6E7C7828C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D5D99AC-C231-B5A1-63EF-A1521C58C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9B8B595-317C-6A15-2F3C-6AA480AE3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C8DB749-2648-19C0-A5A6-45A5A4102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1EE8D62-256F-D369-28B5-336CD30E7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65B3B84-79CF-AA1C-B046-487691F6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559E395-1A5B-9A45-934F-08622E46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189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39273A-7550-68E1-9CF1-247CB6B6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8D4D8ED-E17B-39B5-B4BA-29B67561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0D8A95C-504F-F8C1-28C1-34E13543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713B1D8-9D82-CE4A-E34D-CC8B4076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392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4087642-2801-6E07-B847-54FDB358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BF95D00-E456-9BA4-52B1-7DD05A32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3EB39CE-D6C6-843A-0030-014F4E0C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2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DCB5F4-7C5E-5940-65EF-49F9FE4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ECE850-8EAF-ED30-9FF2-B82C3657A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7F3F86B-95A6-35EF-D0F5-AE6FE57CC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86F264A-7599-1332-2B16-50DBB40F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7469B45-7EA9-42CC-BB92-C8281545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29215D2-7C9F-8659-94FB-5CA6E35A9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331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C82707-F8FD-1ADA-0114-02B75286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A4078CB-D882-C734-5A51-01477DA41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A308CDC-B720-6E47-6592-5C2F77902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D78FC33-4CD4-3E09-9047-335BED50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0B7424B-4006-A681-D8E1-914A9B81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851F9CB-866F-31A6-7D0B-E284F3A1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692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3CD9A9-DE12-48DF-FA97-93F3B79D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96A94BD-DCFB-BA22-C584-310818075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5AB6C7-6207-FB05-8A9E-E7A2E5BE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48825E1-4526-80AC-398D-B4B3B611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264B043-9029-35B1-6B7D-D91C3357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320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1BDAB79-8BDE-3DF8-2215-2DEBD9E06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B22A30F-6892-B6F3-2FC2-A1D1FDDD0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BAA6F9-A010-1C2C-000B-C83B129C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BA73B7-4954-D647-6390-BE2ED257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9CFEF1B-5894-A728-4F0C-15B58070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11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8201FBF-E6D1-B2DA-5D72-A0A672AB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851C237-F91C-D449-8A89-7EB1F1244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0ACD50E-F267-1A82-588D-39FE2B4EB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0449F-1880-482B-AD7A-4DBEACD5CDB3}" type="datetimeFigureOut">
              <a:rPr lang="he-IL" smtClean="0"/>
              <a:t>ד'/כסלו/תשפ"ה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0D2CF7-3A57-C580-3DA1-742D00675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CC29E97-671B-67FD-B34C-F66F77402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30F60-0A54-4467-9B90-48E883D8F40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838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קבוצה 17">
            <a:extLst>
              <a:ext uri="{FF2B5EF4-FFF2-40B4-BE49-F238E27FC236}">
                <a16:creationId xmlns:a16="http://schemas.microsoft.com/office/drawing/2014/main" id="{86C7CC73-8C38-F316-CD22-AD9210061ADF}"/>
              </a:ext>
            </a:extLst>
          </p:cNvPr>
          <p:cNvGrpSpPr/>
          <p:nvPr/>
        </p:nvGrpSpPr>
        <p:grpSpPr>
          <a:xfrm>
            <a:off x="1170038" y="1856305"/>
            <a:ext cx="3657600" cy="2301240"/>
            <a:chOff x="4267200" y="2040297"/>
            <a:chExt cx="3657600" cy="2301240"/>
          </a:xfrm>
        </p:grpSpPr>
        <p:sp>
          <p:nvSpPr>
            <p:cNvPr id="17" name="מלבן 16">
              <a:extLst>
                <a:ext uri="{FF2B5EF4-FFF2-40B4-BE49-F238E27FC236}">
                  <a16:creationId xmlns:a16="http://schemas.microsoft.com/office/drawing/2014/main" id="{EB08D68C-1E62-ABF3-F5B3-7B31395CDAE4}"/>
                </a:ext>
              </a:extLst>
            </p:cNvPr>
            <p:cNvSpPr/>
            <p:nvPr/>
          </p:nvSpPr>
          <p:spPr>
            <a:xfrm>
              <a:off x="4267200" y="2040297"/>
              <a:ext cx="3657600" cy="2301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grpSp>
          <p:nvGrpSpPr>
            <p:cNvPr id="16" name="קבוצה 15">
              <a:extLst>
                <a:ext uri="{FF2B5EF4-FFF2-40B4-BE49-F238E27FC236}">
                  <a16:creationId xmlns:a16="http://schemas.microsoft.com/office/drawing/2014/main" id="{13D2B7AB-A335-76CA-EEDD-1F807F43024A}"/>
                </a:ext>
              </a:extLst>
            </p:cNvPr>
            <p:cNvGrpSpPr/>
            <p:nvPr/>
          </p:nvGrpSpPr>
          <p:grpSpPr>
            <a:xfrm>
              <a:off x="4507230" y="2257569"/>
              <a:ext cx="3177540" cy="2083968"/>
              <a:chOff x="4507230" y="2257569"/>
              <a:chExt cx="3177540" cy="2083968"/>
            </a:xfrm>
          </p:grpSpPr>
          <p:pic>
            <p:nvPicPr>
              <p:cNvPr id="10" name="תמונה 9">
                <a:extLst>
                  <a:ext uri="{FF2B5EF4-FFF2-40B4-BE49-F238E27FC236}">
                    <a16:creationId xmlns:a16="http://schemas.microsoft.com/office/drawing/2014/main" id="{54A4EEB6-59C2-0AAB-A746-F483A3E6CB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111"/>
              <a:stretch/>
            </p:blipFill>
            <p:spPr>
              <a:xfrm>
                <a:off x="4507230" y="2257569"/>
                <a:ext cx="3177540" cy="1438131"/>
              </a:xfrm>
              <a:prstGeom prst="rect">
                <a:avLst/>
              </a:prstGeom>
            </p:spPr>
          </p:pic>
          <p:sp>
            <p:nvSpPr>
              <p:cNvPr id="11" name="תיבת טקסט 10">
                <a:extLst>
                  <a:ext uri="{FF2B5EF4-FFF2-40B4-BE49-F238E27FC236}">
                    <a16:creationId xmlns:a16="http://schemas.microsoft.com/office/drawing/2014/main" id="{8B87827A-9266-AA64-B878-ED6A61A3BCA1}"/>
                  </a:ext>
                </a:extLst>
              </p:cNvPr>
              <p:cNvSpPr txBox="1"/>
              <p:nvPr/>
            </p:nvSpPr>
            <p:spPr>
              <a:xfrm>
                <a:off x="4949190" y="3555367"/>
                <a:ext cx="2293620" cy="4001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000" dirty="0">
                    <a:latin typeface="Amatica SC" panose="00000500000000000000" pitchFamily="2" charset="-79"/>
                    <a:cs typeface="simple" pitchFamily="2" charset="-79"/>
                  </a:rPr>
                  <a:t>צילומי ילדים וניו בורן</a:t>
                </a:r>
              </a:p>
            </p:txBody>
          </p:sp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91151D2F-74ED-9B13-6437-22D73E77895F}"/>
                  </a:ext>
                </a:extLst>
              </p:cNvPr>
              <p:cNvSpPr txBox="1"/>
              <p:nvPr/>
            </p:nvSpPr>
            <p:spPr>
              <a:xfrm>
                <a:off x="5010519" y="3818317"/>
                <a:ext cx="2293620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sz="2800" dirty="0" err="1">
                    <a:solidFill>
                      <a:srgbClr val="F8736C"/>
                    </a:solidFill>
                    <a:latin typeface="Broken Kiss" panose="02000000000000000000" pitchFamily="2" charset="0"/>
                    <a:cs typeface="Amatica SC" panose="00000500000000000000" pitchFamily="2" charset="-79"/>
                  </a:rPr>
                  <a:t>tehila</a:t>
                </a:r>
                <a:endParaRPr lang="he-IL" sz="2800" dirty="0">
                  <a:solidFill>
                    <a:srgbClr val="F8736C"/>
                  </a:solidFill>
                  <a:latin typeface="Broken Kiss" panose="02000000000000000000" pitchFamily="2" charset="0"/>
                  <a:cs typeface="Amatica SC" panose="00000500000000000000" pitchFamily="2" charset="-79"/>
                </a:endParaRPr>
              </a:p>
            </p:txBody>
          </p:sp>
          <p:cxnSp>
            <p:nvCxnSpPr>
              <p:cNvPr id="14" name="מחבר ישר 13">
                <a:extLst>
                  <a:ext uri="{FF2B5EF4-FFF2-40B4-BE49-F238E27FC236}">
                    <a16:creationId xmlns:a16="http://schemas.microsoft.com/office/drawing/2014/main" id="{9BCB7A0E-6107-A804-4233-5606E683D023}"/>
                  </a:ext>
                </a:extLst>
              </p:cNvPr>
              <p:cNvCxnSpPr/>
              <p:nvPr/>
            </p:nvCxnSpPr>
            <p:spPr>
              <a:xfrm>
                <a:off x="6515100" y="4079927"/>
                <a:ext cx="3657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מחבר ישר 14">
                <a:extLst>
                  <a:ext uri="{FF2B5EF4-FFF2-40B4-BE49-F238E27FC236}">
                    <a16:creationId xmlns:a16="http://schemas.microsoft.com/office/drawing/2014/main" id="{B821B4B0-69EC-1A64-26E4-54A68DF0B6FA}"/>
                  </a:ext>
                </a:extLst>
              </p:cNvPr>
              <p:cNvCxnSpPr/>
              <p:nvPr/>
            </p:nvCxnSpPr>
            <p:spPr>
              <a:xfrm>
                <a:off x="5425440" y="4079927"/>
                <a:ext cx="3657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תמונה 1">
            <a:extLst>
              <a:ext uri="{FF2B5EF4-FFF2-40B4-BE49-F238E27FC236}">
                <a16:creationId xmlns:a16="http://schemas.microsoft.com/office/drawing/2014/main" id="{0BD428AB-4E5E-6069-22C9-769D43911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205" y="1238865"/>
            <a:ext cx="3528103" cy="353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3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BBBB-5D7E-2075-0595-14C0DA9EA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4D01AF0-542F-861B-A2CB-6617ED746380}"/>
              </a:ext>
            </a:extLst>
          </p:cNvPr>
          <p:cNvSpPr txBox="1"/>
          <p:nvPr/>
        </p:nvSpPr>
        <p:spPr>
          <a:xfrm>
            <a:off x="1740310" y="1592824"/>
            <a:ext cx="8819535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400" dirty="0"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אני תהילה.</a:t>
            </a:r>
          </a:p>
          <a:p>
            <a:pPr algn="ctr"/>
            <a:r>
              <a:rPr lang="he-IL" sz="4400" dirty="0"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אני רוצה שהעולם שלנו יהיה יפה יותר</a:t>
            </a:r>
          </a:p>
          <a:p>
            <a:pPr algn="ctr"/>
            <a:r>
              <a:rPr lang="he-IL" sz="4400" dirty="0"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תמונות של ילדים מתוקים יוסיפו לכך הרבה, אתם לא חושבים?</a:t>
            </a:r>
          </a:p>
          <a:p>
            <a:pPr algn="ctr"/>
            <a:endParaRPr lang="he-IL" sz="1200" dirty="0">
              <a:latin typeface="FtPilKahol" panose="02000500000000000000" pitchFamily="2" charset="-79"/>
              <a:ea typeface="FtPilKahol" panose="02000500000000000000" pitchFamily="2" charset="-79"/>
              <a:cs typeface="FtPilKahol" panose="02000500000000000000" pitchFamily="2" charset="-79"/>
            </a:endParaRPr>
          </a:p>
          <a:p>
            <a:pPr algn="ctr"/>
            <a:r>
              <a:rPr lang="he-IL" sz="4400" dirty="0"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אז הצטרפו אלי למסע קסום בעולם שכולו תום ושמחה, הציצו לגלריות</a:t>
            </a:r>
            <a:endParaRPr lang="en-US" sz="4400" dirty="0">
              <a:latin typeface="FtPilKahol" panose="02000500000000000000" pitchFamily="2" charset="-79"/>
              <a:ea typeface="FtPilKahol" panose="02000500000000000000" pitchFamily="2" charset="-79"/>
              <a:cs typeface="FtPilKahol" panose="02000500000000000000" pitchFamily="2" charset="-79"/>
            </a:endParaRPr>
          </a:p>
          <a:p>
            <a:pPr algn="ctr"/>
            <a:r>
              <a:rPr lang="he-IL" sz="4400" dirty="0">
                <a:latin typeface="FtPilKahol" panose="02000500000000000000" pitchFamily="2" charset="-79"/>
                <a:ea typeface="FtPilKahol" panose="02000500000000000000" pitchFamily="2" charset="-79"/>
                <a:cs typeface="FtPilKahol" panose="02000500000000000000" pitchFamily="2" charset="-79"/>
              </a:rPr>
              <a:t> ומי יודע, אולי ניפגש?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1E61F10D-70CC-5811-D008-3F0E4928E4DD}"/>
              </a:ext>
            </a:extLst>
          </p:cNvPr>
          <p:cNvSpPr txBox="1"/>
          <p:nvPr/>
        </p:nvSpPr>
        <p:spPr>
          <a:xfrm>
            <a:off x="2848895" y="269385"/>
            <a:ext cx="6223819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>
                <a:solidFill>
                  <a:srgbClr val="F9847E"/>
                </a:solidFill>
                <a:latin typeface="NootJ" pitchFamily="50" charset="-79"/>
                <a:cs typeface="NootJ" pitchFamily="50" charset="-79"/>
              </a:rPr>
              <a:t>         הו, </a:t>
            </a:r>
          </a:p>
          <a:p>
            <a:pPr algn="ctr"/>
            <a:r>
              <a:rPr lang="he-IL" sz="4000" dirty="0">
                <a:latin typeface="NootJ" pitchFamily="50" charset="-79"/>
                <a:cs typeface="NootJ" pitchFamily="50" charset="-79"/>
              </a:rPr>
              <a:t>   שלום לכם!</a:t>
            </a:r>
          </a:p>
        </p:txBody>
      </p:sp>
    </p:spTree>
    <p:extLst>
      <p:ext uri="{BB962C8B-B14F-4D97-AF65-F5344CB8AC3E}">
        <p14:creationId xmlns:p14="http://schemas.microsoft.com/office/powerpoint/2010/main" val="123015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31E6-009A-8696-4C98-32CB3340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4198A2EF-1282-C94B-8902-B958B40B2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70"/>
          <a:stretch/>
        </p:blipFill>
        <p:spPr>
          <a:xfrm>
            <a:off x="0" y="1085173"/>
            <a:ext cx="12049432" cy="524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2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4086195-2AAE-7625-FE7E-61C2491AD178}"/>
              </a:ext>
            </a:extLst>
          </p:cNvPr>
          <p:cNvSpPr txBox="1"/>
          <p:nvPr/>
        </p:nvSpPr>
        <p:spPr>
          <a:xfrm>
            <a:off x="3049229" y="3105835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rtl="1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he-IL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https://www.w3schools.com/howto/tryit.asp?filename=tryhow_css_modal_img</a:t>
            </a:r>
            <a:endParaRPr lang="he-I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46475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76</Words>
  <Application>Microsoft Office PowerPoint</Application>
  <PresentationFormat>מסך רחב</PresentationFormat>
  <Paragraphs>11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12" baseType="lpstr">
      <vt:lpstr>Amatica SC</vt:lpstr>
      <vt:lpstr>Arial</vt:lpstr>
      <vt:lpstr>Broken Kiss</vt:lpstr>
      <vt:lpstr>Calibri</vt:lpstr>
      <vt:lpstr>Calibri Light</vt:lpstr>
      <vt:lpstr>FtPilKahol</vt:lpstr>
      <vt:lpstr>NootJ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 10</dc:creator>
  <cp:lastModifiedBy>win 10</cp:lastModifiedBy>
  <cp:revision>2</cp:revision>
  <dcterms:created xsi:type="dcterms:W3CDTF">2024-12-03T16:05:32Z</dcterms:created>
  <dcterms:modified xsi:type="dcterms:W3CDTF">2024-12-05T20:39:37Z</dcterms:modified>
</cp:coreProperties>
</file>